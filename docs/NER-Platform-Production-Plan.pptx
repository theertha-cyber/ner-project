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per month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2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Postgres HA</c:v>
                  </c:pt>
                  <c:pt idx="1">
                    <c:v>AKS app pool</c:v>
                  </c:pt>
                  <c:pt idx="2">
                    <c:v>AKS memory pool</c:v>
                  </c:pt>
                  <c:pt idx="3">
                    <c:v>Azure OpenAI (mid)</c:v>
                  </c:pt>
                  <c:pt idx="4">
                    <c:v>Read replica</c:v>
                  </c:pt>
                  <c:pt idx="5">
                    <c:v>Log Analytics + KV</c:v>
                  </c:pt>
                  <c:pt idx="6">
                    <c:v>Redis</c:v>
                  </c:pt>
                  <c:pt idx="7">
                    <c:v>Blob + backup</c:v>
                  </c:pt>
                  <c:pt idx="8">
                    <c:v>Front Door + WAF</c:v>
                  </c:pt>
                  <c:pt idx="9">
                    <c:v>GPU spot</c:v>
                  </c:pt>
                  <c:pt idx="10">
                    <c:v>Registry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520</c:v>
                </c:pt>
                <c:pt idx="1">
                  <c:v>420</c:v>
                </c:pt>
                <c:pt idx="2">
                  <c:v>290</c:v>
                </c:pt>
                <c:pt idx="3">
                  <c:v>550</c:v>
                </c:pt>
                <c:pt idx="4">
                  <c:v>140</c:v>
                </c:pt>
                <c:pt idx="5">
                  <c:v>90</c:v>
                </c:pt>
                <c:pt idx="6">
                  <c:v>75</c:v>
                </c:pt>
                <c:pt idx="7">
                  <c:v>45</c:v>
                </c:pt>
                <c:pt idx="8">
                  <c:v>45</c:v>
                </c:pt>
                <c:pt idx="9">
                  <c:v>30</c:v>
                </c:pt>
                <c:pt idx="10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22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C22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</c:scaling>
        <c:delete val="0"/>
        <c:axPos val="b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document: docs/production-plan.md. Product decision: NER/document-intelligence platform that also hosts chatbots. Existing chatbots are re-implemented natively, not ported as code or plugins.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gaps are not defects in the application — they are the difference between an application and a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 four is true today. Each maps to a phase in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Ordered by how quickly each will bite in production. LLM spend is first because nothing in the code accounts for tokens at all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approval on the four Phase 1 decisions today; the rest can follow the phase schedule.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E2761">
              <a:alpha val="6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291840"/>
            <a:ext cx="3108960" cy="3108960"/>
          </a:xfrm>
          <a:prstGeom prst="ellipse">
            <a:avLst/>
          </a:prstGeom>
          <a:solidFill>
            <a:srgbClr val="5B6B9E">
              <a:alpha val="40000"/>
            </a:srgbClr>
          </a:solidFill>
          <a:ln w="12700">
            <a:solidFill>
              <a:srgbClr val="5B6B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325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  ·  v1.0  ·  AUGUST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working application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internal SaaS platform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7033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the multi-tenant NER platform to production for InApp's clients — and folding in the architecture and use cases proven by InApp's existing RAG chatbots.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4983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phases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6928" y="5376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months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64408" y="4983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developers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64408" y="5376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DevOps / QA / security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61888" y="4983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~$1.9-2.6k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61888" y="5376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infra at 10-15 tenants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application that has never been deployed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8105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already works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59536" y="2249424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FastAPI services + Next.js portal, all functional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Schema-per-tenant isolation from a tenant_template blueprint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LangGraph chat routing — state-driven, never LLM-chosen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lifecycle: upload, OCR, annotate, fine-tune, promote, extract, chat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flags, hashed widget API keys, audit logging, quota columns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1572768"/>
            <a:ext cx="5221224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93408" y="181051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blocks production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93408" y="2249424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only — deploy/k8s holds MLflow alone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observability: no prometheus, opentelemetry or structlog in src/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 is an in-process dict — limits multiply per replica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token accounting, so no cost attribution or enforcement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Postgres, no pooler, no replica, no HA, no backups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.env; no SSO; no load, security or chaos testing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PRODUCTION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must become true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66944" cy="2084832"/>
          </a:xfrm>
          <a:prstGeom prst="roundRect">
            <a:avLst>
              <a:gd name="adj" fmla="val 3509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0195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86537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can be swapped by config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41248" y="254203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and generation are hardwired into a fixed graph topology. Swapping a model, retriever or agent today means editing code and redeploying.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627632"/>
            <a:ext cx="5266944" cy="2084832"/>
          </a:xfrm>
          <a:prstGeom prst="roundRect">
            <a:avLst>
              <a:gd name="adj" fmla="val 3509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90195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59752" y="186537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tenant cannot degrade another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629400" y="254203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rate limits, per-pod model cache, one shared Celery pool, one unpooled Postgres. Nothing enforces fair use.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3632"/>
            <a:ext cx="5266944" cy="2084832"/>
          </a:xfrm>
          <a:prstGeom prst="roundRect">
            <a:avLst>
              <a:gd name="adj" fmla="val 3509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18795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15137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tenant's consumption is visible and enforced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41248" y="482803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metrics, traces or logs. Token spend is invisible. Quota columns exist on public.tenants but nothing reads them.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3913632"/>
            <a:ext cx="5266944" cy="2084832"/>
          </a:xfrm>
          <a:prstGeom prst="roundRect">
            <a:avLst>
              <a:gd name="adj" fmla="val 3509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418795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59752" y="415137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survives a node failure and a security review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629400" y="482803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Kubernetes manifests, no HA, no backups, no SSO, no penetration test.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LOCKED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confirmed, and scope deferred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8105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 — not revisited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59536" y="2249424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platform that also hosts chatbots — training and annotation stay core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chatbots re-implemented natively; no code lift, no data migration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documents only — no external data connectors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switching is config-driven and platform-team-only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existing roles are sufficient; no document-level ACLs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required · hard quota enforcement · per-tenant metering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Azure, single region, shared multi-tenant · Postgres + pgvector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572768"/>
            <a:ext cx="5221224" cy="2212848"/>
          </a:xfrm>
          <a:prstGeom prst="roundRect">
            <a:avLst>
              <a:gd name="adj" fmla="val 330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93408" y="177393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Deferred to a later phase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93408" y="2176272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licensing model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and white-labelling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certification and published SLA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and dedicated deployments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cohort selection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931920"/>
            <a:ext cx="5221224" cy="2121408"/>
          </a:xfrm>
          <a:prstGeom prst="roundRect">
            <a:avLst>
              <a:gd name="adj" fmla="val 3448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411480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Assumed, because no answer was available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93408" y="4498848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as provider — gpt-4o + gpt-4o-mini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an on-demand GPU spot VM (~$30/month)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one: 10-15 tenants, ~200 users, ~50k messages/month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India region; SOC 2 controls respected but not certified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629107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assumption names a phase by which it can be reversed cheaply.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planes, cleanly separated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5096" cy="1133856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7922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PLANE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9536" y="2212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BUILD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67328" y="182880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entitlements · quotas · metering · observability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67328" y="219456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passes through it. Nothing bypasses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944368"/>
            <a:ext cx="11055096" cy="1133856"/>
          </a:xfrm>
          <a:prstGeom prst="roundRect">
            <a:avLst>
              <a:gd name="adj" fmla="val 6452"/>
            </a:avLst>
          </a:prstGeom>
          <a:solidFill>
            <a:srgbClr val="5B6B9E"/>
          </a:solidFill>
          <a:ln w="12700">
            <a:solidFill>
              <a:srgbClr val="5B6B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0906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PLANE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35112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67328" y="312724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· retrievers · tools · LLM adapters · rerankers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67328" y="349300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resolved from a registry at request time. All swappable.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242816"/>
            <a:ext cx="11055096" cy="1133856"/>
          </a:xfrm>
          <a:prstGeom prst="roundRect">
            <a:avLst>
              <a:gd name="adj" fmla="val 6452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43891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PLANE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9536" y="48097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67328" y="442569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pgvector · Blob · Redis · RabbitMQ · model artifacts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67328" y="479145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schemas, per-tier resource pools.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559552"/>
            <a:ext cx="11055096" cy="804672"/>
          </a:xfrm>
          <a:prstGeom prst="roundRect">
            <a:avLst>
              <a:gd name="adj" fmla="val 9091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566928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change that makes everything else possible: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capability never touches infrastructure directly and never reads config from the environment. It receives a TenantContext carrying resolved configuration, the metering handle, and the budget remaining.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FUTURISTIC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Swapping a component is a config change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1907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33856" y="16824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protocols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50208" y="1627632"/>
            <a:ext cx="7635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Retriever, LLMAdapter, Tool and Agent protocols in src/shared/capabilities. Existing sql_generator, embedding_service, entity_resolver and reranker already fit these shapes.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852928"/>
            <a:ext cx="402336" cy="402336"/>
          </a:xfrm>
          <a:prstGeom prst="ellipse">
            <a:avLst/>
          </a:prstGeom>
          <a:solidFill>
            <a:srgbClr val="5B6B9E"/>
          </a:solidFill>
          <a:ln w="12700">
            <a:solidFill>
              <a:srgbClr val="5B6B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33856" y="2816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registry, plus config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50208" y="2761488"/>
            <a:ext cx="7635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implementations resolved at request time. Capability profiles in versioned YAML, with per-tenant overrides — today's boolean flags, one level up.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98678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3856" y="39502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Topology becomes 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50208" y="3895344"/>
            <a:ext cx="7635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is compiled from the resolved profile instead of hardcoded. Routing predicates stay pure functions of state — never LLM-chosen. That invariant is why the pipeline is testable.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120640"/>
            <a:ext cx="402336" cy="402336"/>
          </a:xfrm>
          <a:prstGeom prst="ellipse">
            <a:avLst/>
          </a:prstGeom>
          <a:solidFill>
            <a:srgbClr val="5B6B9E"/>
          </a:solidFill>
          <a:ln w="12700">
            <a:solidFill>
              <a:srgbClr val="5B6B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5120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3856" y="50840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Versioned and reversible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50208" y="5029200"/>
            <a:ext cx="7635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changes are git commits, stamped on every conversation record. Any answer traces to the exact configuration that produced it. Rollback is a revert.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6089904"/>
            <a:ext cx="11055096" cy="457200"/>
          </a:xfrm>
          <a:prstGeom prst="roundRect">
            <a:avLst>
              <a:gd name="adj" fmla="val 16000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14476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by decision: no tenant-facing agent builder, no plugin marketplace, no MCP server — but Tool.schema is MCP-shaped, so adopting MCP later is an adapter, not a redesign.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PARITY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existing chatbots do that we do not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47872" cy="3913632"/>
          </a:xfrm>
          <a:prstGeom prst="roundRect">
            <a:avLst>
              <a:gd name="adj" fmla="val 206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FASTGRAPHRAG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Graph-RAG retrieval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798064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retrieval is three flat parallel lookups. Graph-RAG follows edges between entities to answer questions no single chunk contains.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785616"/>
            <a:ext cx="303580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tenant_{id}.entity_graph_edges from extracted_entities co-occurrence; register a graph_walk retriever. Purely additive — a fourth entry in the retrievers list.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9392" y="1627632"/>
            <a:ext cx="3547872" cy="3913632"/>
          </a:xfrm>
          <a:prstGeom prst="roundRect">
            <a:avLst>
              <a:gd name="adj" fmla="val 2062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8288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EXTRACTED 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35424" y="210312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plotting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35424" y="2798064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want the answer plotted, not narrated.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35424" y="3785616"/>
            <a:ext cx="303580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chart_agent returning a Vega-Lite specification — never rendered images and never executable code. Data access via the existing read-only SQL role.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91856" y="1627632"/>
            <a:ext cx="3547872" cy="3913632"/>
          </a:xfrm>
          <a:prstGeom prst="roundRect">
            <a:avLst>
              <a:gd name="adj" fmla="val 2062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8288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OCR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47888" y="210312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Multi-format ingestion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47888" y="2798064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Tesseract on images and PDFs only.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47888" y="3785616"/>
            <a:ext cx="303580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Format-handler registry keyed on MIME type: DOCX, XLSX/CSV, PPTX, HTML, EML, plus a native-text PDF fast path that skips OCR entirely — a large accuracy and cost win.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5669280"/>
            <a:ext cx="11055096" cy="786384"/>
          </a:xfrm>
          <a:prstGeom prst="roundRect">
            <a:avLst>
              <a:gd name="adj" fmla="val 9302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76072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Porting method.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with each chatbot's owner and capture behaviour as 15-30 golden question/answer pairs plus prompts and retrieval strategy. Express it as a capability profile, run the golden set, iterate until it passes. The golden sets become permanent regression tests — the only reliable proof that a re-implementation matches a system whose code we are not reusing.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NEIGHBOURS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contention points already in the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547872" cy="2084832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92224"/>
            <a:ext cx="402336" cy="402336"/>
          </a:xfrm>
          <a:prstGeom prst="ellipse">
            <a:avLst/>
          </a:prstGeom>
          <a:solidFill>
            <a:srgbClr val="E09B2D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98448" y="175564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concurrency and spend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286000"/>
            <a:ext cx="3072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tenant's batch run consumes the whole Azure OpenAI TPM quota.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889504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LLM broker · Redis token buckets per tenant · separate interactive and batch deployments · hard budgets returning HTTP 402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9392" y="1572768"/>
            <a:ext cx="3547872" cy="2084832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7136" y="1792224"/>
            <a:ext cx="402336" cy="402336"/>
          </a:xfrm>
          <a:prstGeom prst="ellipse">
            <a:avLst/>
          </a:prstGeom>
          <a:solidFill>
            <a:srgbClr val="E09B2D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10912" y="175564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17136" y="2286000"/>
            <a:ext cx="3072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unpooled instance. Schema-per-tenant isolates data, not load.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17136" y="2889504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Server with zone-redundant HA · mandatory PgBouncer · statement timeouts by workload class · read replica for analytics · HNSW indexes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91856" y="1572768"/>
            <a:ext cx="3547872" cy="2084832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792224"/>
            <a:ext cx="402336" cy="402336"/>
          </a:xfrm>
          <a:prstGeom prst="ellipse">
            <a:avLst/>
          </a:prstGeom>
          <a:solidFill>
            <a:srgbClr val="E09B2D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23376" y="175564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model_serving memory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2286000"/>
            <a:ext cx="3072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GB in-process cache per pod means every pod loads every hot tenant's model.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2889504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Consistent-hash routing by tenant_id · per-tenant cache reservation · dedicated pools as a future premium tier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3803904"/>
            <a:ext cx="3547872" cy="2084832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4023360"/>
            <a:ext cx="402336" cy="402336"/>
          </a:xfrm>
          <a:prstGeom prst="ellipse">
            <a:avLst/>
          </a:prstGeom>
          <a:solidFill>
            <a:srgbClr val="E09B2D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98448" y="398678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Celery workers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" y="4517136"/>
            <a:ext cx="3072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FIFO. One tenant's 50-document batch starves everyone.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" y="512064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per workload class · per-tenant concurrency semaphore · weighted fair queueing · training on ephemeral GPU nodes · KEDA autoscaling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79392" y="3803904"/>
            <a:ext cx="3547872" cy="2084832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17136" y="4023360"/>
            <a:ext cx="402336" cy="402336"/>
          </a:xfrm>
          <a:prstGeom prst="ellipse">
            <a:avLst/>
          </a:prstGeom>
          <a:solidFill>
            <a:srgbClr val="E09B2D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17136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10912" y="398678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and ingestion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17136" y="4517136"/>
            <a:ext cx="3072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max_storage_gb is a column nobody checks; OCR is unbounded.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17136" y="512064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at upload with 402 · page and size caps · OCR admission control · native-text PDF fast path removes most OCR load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991856" y="3803904"/>
            <a:ext cx="3547872" cy="2084832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0" y="4023360"/>
            <a:ext cx="402336" cy="402336"/>
          </a:xfrm>
          <a:prstGeom prst="ellipse">
            <a:avLst/>
          </a:prstGeom>
          <a:solidFill>
            <a:srgbClr val="E09B2D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723376" y="398678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rate limiter itself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29600" y="4517136"/>
            <a:ext cx="3072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Process-local dict: effective limit is limit x replica count, and buckets never reap.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0" y="512064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sliding window in src/shared, applied at the gateway for every service — not just chat_api. Keep the X-RateLimit-* header contract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AND HIGH AVAILABILITY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out, and survive failure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532120" cy="4023360"/>
          </a:xfrm>
          <a:prstGeom prst="roundRect">
            <a:avLst>
              <a:gd name="adj" fmla="val 1818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77393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layer scales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9536" y="21945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services — HPA on CPU and p95 latency, 2 to 10 replicas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model_serving — HPA 2 to 8, consistent-hash routed, memory node pool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— KEDA on per-queue depth, 0 to 20 workers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training — ephemeral spot pool, scales to zero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— vertical, then read replicas, then tenant-group sharding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572768"/>
            <a:ext cx="5221224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93408" y="177393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 targets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93408" y="219456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failure — AKS across 3 zones; zone-redundant Postgres and Redis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failure — 2+ replicas of everything, PDBs, probes on all nine services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— RPO 15 min, RTO 4 hours, with quarterly restore drills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failure — rolling updates, helm rollback, expand-contract migrations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outage — circuit breaker returns retrieved evidence unsynthesised rather than erroring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5705856"/>
            <a:ext cx="11055096" cy="749808"/>
          </a:xfrm>
          <a:prstGeom prst="roundRect">
            <a:avLst>
              <a:gd name="adj" fmla="val 9756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58155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commitments worth stating plainly.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multi-region is deferred, this plan commits to no external SLA — we target 99.5% internally, which single-region zone-redundant AKS supports. And an untested backup is not a backup: the restore drill is a deliverable, not a nice-to-have.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layer that turns an application into a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66944" cy="2011680"/>
          </a:xfrm>
          <a:prstGeom prst="roundRect">
            <a:avLst>
              <a:gd name="adj" fmla="val 3636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8288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and access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2231136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via OIDC, with per-tenant IdP federation. Short-lived tokens plus Redis refresh, enabling session revocation — impossible today. Service auth on /internal/v1/*, currently unauthenticated.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627632"/>
            <a:ext cx="5266944" cy="2011680"/>
          </a:xfrm>
          <a:prstGeom prst="roundRect">
            <a:avLst>
              <a:gd name="adj" fmla="val 3636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8288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29400" y="2231136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public.usage_events, partitioned monthly, written asynchronously so metering never adds latency. Tokens, embeddings, messages, pages, GPU-minutes, storage, API calls.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803904"/>
            <a:ext cx="5266944" cy="2011680"/>
          </a:xfrm>
          <a:prstGeom prst="roundRect">
            <a:avLst>
              <a:gd name="adj" fmla="val 3636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0050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Entitlements and quotas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" y="4407408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plan_code plus plan_entitlements. One check_entitlement / consume_quota pair called from every enforcement point. Hard 402 with a structured body naming the limit and reset time.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3803904"/>
            <a:ext cx="5266944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40050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4407408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structlog with tenant, user and trace ids. OpenTelemetry across all nine services — wire the existing _traced decorator in nodes.py to real spans. Prometheus RED plus token spend, all labelled by tenant.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943600"/>
            <a:ext cx="11055096" cy="566928"/>
          </a:xfrm>
          <a:prstGeom prst="roundRect">
            <a:avLst>
              <a:gd name="adj" fmla="val 12903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6016752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Metering is visibility-only for now — but recorded at per-user and per-conversation grain, because that costs nothing extra today and cannot be reconstructed later.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AND LICENSING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meter now, set the price later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532120" cy="3200400"/>
          </a:xfrm>
          <a:prstGeom prst="roundRect">
            <a:avLst>
              <a:gd name="adj" fmla="val 2286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84708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now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durable per-tenant usage records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enforced plan and entitlement model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cost_estimate_usd on every LLM call — gross margin per tenant visible from day one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monthly usage statement per tenant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645920"/>
            <a:ext cx="5221224" cy="320040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93408" y="18470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not built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93408" y="2267712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 and invoicing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lifecycle and dunning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keys and trial management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93408" y="39502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billing provider is selected, and building against an unchosen provider is waste.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5029200"/>
            <a:ext cx="11055096" cy="1371600"/>
          </a:xfrm>
          <a:prstGeom prst="roundRect">
            <a:avLst>
              <a:gd name="adj" fmla="val 5333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515721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for the pricing phase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9536" y="54864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spend dominates marginal cost and varies roughly tenfold between tenants doing chat versus batch extraction, so a pure per-seat model will lose money on heavy users. A base platform fee per tenant plus metered usage above an included allowance matches cost to revenue. The metering built here supports either model — which is the point of building it first.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BASELINE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minimum for a platform holding clients' documents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11055096" cy="1024128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1907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and transport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178808" y="1737360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with workload identity — all secrets out of .env, and NER_OPENAI_API_KEY rotated since it has lived in plaintext. TLS everywhere including intra-cluster, Front Door plus WAF at the edge.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724912"/>
            <a:ext cx="11055096" cy="1024128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852928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isolation, proven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178808" y="2871216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test asserting cross-tenant access returns 403/404 for every endpoint, generated from the OpenAPI spec so a new endpoint cannot skip it. Any leak fails the build.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11055096" cy="1024128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986784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178808" y="4005072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documents are attacker-controlled text entering the prompt — the highest-risk vector here. Input scanning, output citation enforcement, and the hard rule that no LLM output is ever executed.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4992624"/>
            <a:ext cx="11055096" cy="1024128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5120640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Generated SQL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178808" y="5138928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role, per-tenant schema scoping, statement timeouts, query cost ceiling, no DDL or DML grants. The chart agent returns a specification, never code.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6053328"/>
            <a:ext cx="11055096" cy="512064"/>
          </a:xfrm>
          <a:prstGeom prst="roundRect">
            <a:avLst>
              <a:gd name="adj" fmla="val 14286"/>
            </a:avLst>
          </a:prstGeom>
          <a:solidFill>
            <a:srgbClr val="E09B2D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security staff and three junior developers, one external penetration test before general availability is a requirement, not a nice-to-have. Budget $5-10k. Everything else above is achievable in-house.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FOR PRODUCTION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gates instead of a QA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5532120" cy="4297680"/>
          </a:xfrm>
          <a:prstGeom prst="roundRect">
            <a:avLst>
              <a:gd name="adj" fmla="val 1702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77393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Gates on every pull request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9536" y="219456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— 70% on changed lines, 85% on control-layer code in src/shared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— OpenAPI diffs across all nine services; breaking change fails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real Postgres, Redis and MinIO via testcontainers, full flow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 — generated from OpenAPI; any leak is blocking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Golden-set evaluation — regression below baseline blocks a profile change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bandit, semgrep, Trivy, gitleaks, pip-audit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1591056"/>
            <a:ext cx="5221224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93408" y="177393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Pre-release campaigns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93408" y="219456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— k6 and Locust against a production-shaped staging environment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— kill pods under load, fail over Postgres, block Azure OpenAI, exhaust a quota mid-conversation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security — OWASP LLM Top 10, including injection through uploaded document content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— OWASP ZAP weekly against staging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penetration test before GA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— internal alpha 4 weeks, then 2-3 clients for 8 weeks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5998464"/>
            <a:ext cx="11055096" cy="548640"/>
          </a:xfrm>
          <a:prstGeom prst="roundRect">
            <a:avLst>
              <a:gd name="adj" fmla="val 13333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6071616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today: local and CI only. A production-shaped staging environment is a Phase 1-2 deliverable — without it there is nowhere safe to run load or chaos tests.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targets, and the test that matters most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2633472" cy="1920240"/>
          </a:xfrm>
          <a:prstGeom prst="roundRect">
            <a:avLst>
              <a:gd name="adj" fmla="val 3810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81051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5237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conversations sustained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4672" y="30175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first token under 2.5s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4992" y="1645920"/>
            <a:ext cx="2633472" cy="1920240"/>
          </a:xfrm>
          <a:prstGeom prst="roundRect">
            <a:avLst>
              <a:gd name="adj" fmla="val 3810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02736" y="181051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02736" y="25237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in a 5-minute burst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02736" y="30175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5xx, graceful 429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3056" y="1645920"/>
            <a:ext cx="2633472" cy="1920240"/>
          </a:xfrm>
          <a:prstGeom prst="roundRect">
            <a:avLst>
              <a:gd name="adj" fmla="val 3810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81051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00800" y="25237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batch-extracted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30175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30 min, chat p95 intact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1645920"/>
            <a:ext cx="2633472" cy="1920240"/>
          </a:xfrm>
          <a:prstGeom prst="roundRect">
            <a:avLst>
              <a:gd name="adj" fmla="val 3810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8864" y="181051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24h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198864" y="25237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 at 50% load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98864" y="30175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growth, no leaks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803904"/>
            <a:ext cx="11055096" cy="1664208"/>
          </a:xfrm>
          <a:prstGeom prst="roundRect">
            <a:avLst>
              <a:gd name="adj" fmla="val 439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395020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ACCEPTANCE TEST FOR THE ENTIRE MULTI-TENANCY WORKSTREAM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" y="4261104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tenant at ten times its quota must not move another tenant's p95 by 20%.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77824" y="479145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difference between an application and a SaaS platform — and it is the test that would fail today.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5632704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72414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the year-one scale assumption — roughly 10-15 tenants, 200 users, 50k messages per month — with three times headroom. Throughput runs use a stubbed LLM; a smaller run uses live Azure OpenAI for realistic latency. Confirming the real scale expectation would let us tighten these.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phases, roughly nine months, three developers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2084832" cy="4224528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37360"/>
            <a:ext cx="402336" cy="402336"/>
          </a:xfrm>
          <a:prstGeom prst="ellipse">
            <a:avLst/>
          </a:prstGeom>
          <a:solidFill>
            <a:srgbClr val="E09B2D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2249424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" y="277977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" y="3072384"/>
            <a:ext cx="177393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landing zone: AKS, Flexible Server, PgBouncer, Redis, Blob, Key Vault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charts for all nine services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to staging and production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logs, OpenTelemetry, Prometheus, Grafana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Backups, PITR, first restore drill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rate limiter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07208" y="1554480"/>
            <a:ext cx="2084832" cy="4224528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08376" y="1737360"/>
            <a:ext cx="402336" cy="402336"/>
          </a:xfrm>
          <a:prstGeom prst="ellipse">
            <a:avLst/>
          </a:prstGeom>
          <a:solidFill>
            <a:srgbClr val="E09B2D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08376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08376" y="2249424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layer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08376" y="277977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9-16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08376" y="3072384"/>
            <a:ext cx="177393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SSO, per-tenant IdP, token revocation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usage_events, async metering, rollups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Entitlements and hard quota enforcement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auth on internal endpoints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and RBAC test suites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47488" y="1554480"/>
            <a:ext cx="2084832" cy="4224528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48656" y="1737360"/>
            <a:ext cx="402336" cy="402336"/>
          </a:xfrm>
          <a:prstGeom prst="ellipse">
            <a:avLst/>
          </a:prstGeom>
          <a:solidFill>
            <a:srgbClr val="E09B2D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48656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48656" y="2249424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plane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48656" y="277977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17-26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48656" y="3072384"/>
            <a:ext cx="177393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Protocols, registry, config-driven topology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broker with budgets and queues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Golden-set harness and fixtures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Graph-RAG retriever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agent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ingestion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Hash-routed model cache, Celery queues, GPU pool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87768" y="1554480"/>
            <a:ext cx="2084832" cy="4224528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88936" y="1737360"/>
            <a:ext cx="402336" cy="402336"/>
          </a:xfrm>
          <a:prstGeom prst="ellipse">
            <a:avLst/>
          </a:prstGeom>
          <a:solidFill>
            <a:srgbClr val="E09B2D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88936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88936" y="2249424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88936" y="277977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27-34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88936" y="3072384"/>
            <a:ext cx="177393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Multi-zone HA, read replica, PDBs, probes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suite and the noisy-neighbour test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remediation reserve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suite and graceful degradation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scanning and LLM Top 10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pentest and remediation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and on-call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528048" y="1554480"/>
            <a:ext cx="2084832" cy="4224528"/>
          </a:xfrm>
          <a:prstGeom prst="roundRect">
            <a:avLst>
              <a:gd name="adj" fmla="val 3509"/>
            </a:avLst>
          </a:prstGeom>
          <a:solidFill>
            <a:srgbClr val="5B6B9E"/>
          </a:solidFill>
          <a:ln w="12700">
            <a:solidFill>
              <a:srgbClr val="5B6B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29216" y="1737360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29216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729216" y="2249424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 to GA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729216" y="277977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35-40+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29216" y="3072384"/>
            <a:ext cx="177393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alpha, 4 weeks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beta, 2-3 clients, 8 weeks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exit criteria met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licensing, branding and multi-region enter planning as separate workstreams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6928" y="5925312"/>
            <a:ext cx="11055096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" y="6016752"/>
            <a:ext cx="10515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rationale.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before optimisation — you cannot fix contention you cannot measure. Metering before the LLM broker, because budgets need a meter. Both before load testing.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Roughly $1.9-2.6k per month at 10-15 tenants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72768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572768"/>
            <a:ext cx="4764024" cy="1975104"/>
          </a:xfrm>
          <a:prstGeom prst="roundRect">
            <a:avLst>
              <a:gd name="adj" fmla="val 370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0" y="17373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note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32320" y="210312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instances cut compute 30-40%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staging adds ~$400 — recommended, and cheaper than testing in production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plus scheduled staging shutdown brings fixed cost to ~$1,100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0" y="3675888"/>
            <a:ext cx="4764024" cy="2212848"/>
          </a:xfrm>
          <a:prstGeom prst="roundRect">
            <a:avLst>
              <a:gd name="adj" fmla="val 3306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0" y="38404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GPU line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0" y="4187952"/>
            <a:ext cx="4251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budget was allocated, but spot T4 capacity at $0.15-0.30/hour makes on-demand training about $30 per month at expected volume. The CPU-only fallback saves that $30 and costs 4-8 hours of wall clock per training job — which becomes the bottleneck in the annotate, train, evaluate loop tenants depend on.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approve the GPU line.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66928" y="629107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list prices, Central India, single region. LLM spend is the only line that scales with tenants — which is why it is metered per tenant from day one.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WHAT WE NEED FROM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risk is team capacity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532120" cy="4224528"/>
          </a:xfrm>
          <a:prstGeom prst="roundRect">
            <a:avLst>
              <a:gd name="adj" fmla="val 173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7556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risks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9536" y="2157984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junior developers doing Azure, Kubernetes, OpenTelemetry, SSO and a security programme at once — the dominant risk. Mitigation: buy managed services everywhere, phase strictly, consider a part-time DevOps contractor for Phase 1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QA or security resource — automated blocking gates are the substitute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chatbots are undocumented; owner availability is a scheduling dependency, not an assumption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model quality (open issue on v8) caps answer quality. Out of scope by decision, but tracked visibly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TPM quota lead times — request the increase early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0" y="1572768"/>
            <a:ext cx="5221224" cy="1920240"/>
          </a:xfrm>
          <a:prstGeom prst="roundRect">
            <a:avLst>
              <a:gd name="adj" fmla="val 3810"/>
            </a:avLst>
          </a:prstGeom>
          <a:solidFill>
            <a:srgbClr val="E09B2D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93408" y="17007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7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start Phase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93408" y="20116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1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subscription and region confirmed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1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GPU spot line (~$30/month)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1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staging: yes or no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1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Azure OpenAI as the sanctioned provider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3657600"/>
            <a:ext cx="5221224" cy="1060704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37856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Phase 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93408" y="409651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contact for each existing chatbot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formats actually required, in priority order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4882896"/>
            <a:ext cx="5221224" cy="896112"/>
          </a:xfrm>
          <a:prstGeom prst="roundRect">
            <a:avLst>
              <a:gd name="adj" fmla="val 816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3408" y="50109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Phase 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93408" y="532180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· SLA · Beta cohort · Compliance target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6035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plan: docs/production-plan.md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NER Platform - Production Plan</dc:title>
  <dc:subject>PptxGenJS Presentation</dc:subject>
  <dc:creator>InApp Platform Team</dc:creator>
  <cp:lastModifiedBy>InApp Platform Team</cp:lastModifiedBy>
  <cp:revision>1</cp:revision>
  <dcterms:created xsi:type="dcterms:W3CDTF">2026-08-19T05:52:54Z</dcterms:created>
  <dcterms:modified xsi:type="dcterms:W3CDTF">2026-08-19T05:52:54Z</dcterms:modified>
</cp:coreProperties>
</file>