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0D2354"/>
          </a:solidFill>
          <a:ln w="12700">
            <a:solidFill>
              <a:srgbClr val="0D23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2011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" y="100584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01168" y="162763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will be built.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01168" y="252374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Custom NER Platform  —  designed, specified, and shipped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one intern in 30 days using free AI tools.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1168" y="3255264"/>
            <a:ext cx="1280160" cy="4572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34198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Theertha  |  Intern, InApp Technologies  |  July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D"/>
          </a:solidFill>
          <a:ln w="12700">
            <a:solidFill>
              <a:srgbClr val="F8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Don't Lie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6035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intern. One methodology. One month. Enterprise-grade output.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115568"/>
            <a:ext cx="19933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115568"/>
            <a:ext cx="1993392" cy="73152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80160"/>
            <a:ext cx="18105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256032" y="228600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Change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Archived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31136" y="1115568"/>
            <a:ext cx="19933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31136" y="1115568"/>
            <a:ext cx="1993392" cy="73152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280160"/>
            <a:ext cx="18105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46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2322576" y="228600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 to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Delivery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0" y="1115568"/>
            <a:ext cx="19933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115568"/>
            <a:ext cx="1993392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280160"/>
            <a:ext cx="18105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4389120" y="228600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Spec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64224" y="1115568"/>
            <a:ext cx="19933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64224" y="1115568"/>
            <a:ext cx="1993392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1280160"/>
            <a:ext cx="18105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6455664" y="228600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AI Tools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Subscriptions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64592" y="3584448"/>
            <a:ext cx="8814816" cy="54864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3611880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intern, with no prior ML experience, built a production-grade AI platform in 30 days using only free tools."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0200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  |  Multi-Tenant Custom NER Platform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Velocity  --  63 Specs Shipped in 30 Days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576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= one day of archived OpenSpec change packages  |  Jun 8 - Jul 8,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" y="1078992"/>
            <a:ext cx="82296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3517392"/>
            <a:ext cx="82296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4259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1792" y="3212592"/>
            <a:ext cx="82296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1211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" y="2907792"/>
            <a:ext cx="82296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8163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" y="2602992"/>
            <a:ext cx="82296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5115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298192"/>
            <a:ext cx="8229600" cy="4572"/>
          </a:xfrm>
          <a:prstGeom prst="rect">
            <a:avLst/>
          </a:prstGeom>
          <a:solidFill>
            <a:srgbClr val="CBD5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2067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1993392"/>
            <a:ext cx="82296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9019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1688592"/>
            <a:ext cx="82296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5971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1383792"/>
            <a:ext cx="82296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2923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1078992"/>
            <a:ext cx="8229600" cy="4572"/>
          </a:xfrm>
          <a:prstGeom prst="rect">
            <a:avLst/>
          </a:prstGeom>
          <a:solidFill>
            <a:srgbClr val="CBD5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9875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6557" y="2907792"/>
            <a:ext cx="292608" cy="91440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981" y="27066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9981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J8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03930" y="3517392"/>
            <a:ext cx="292608" cy="30480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7354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J9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491303" y="3517392"/>
            <a:ext cx="292608" cy="30480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4727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78676" y="3212592"/>
            <a:ext cx="292608" cy="60960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2100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66049" y="3517392"/>
            <a:ext cx="292608" cy="30480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29473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653423" y="3212592"/>
            <a:ext cx="292608" cy="609600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16847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J15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040796" y="2602992"/>
            <a:ext cx="292608" cy="1219200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04220" y="24018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004220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J16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428169" y="1688592"/>
            <a:ext cx="292608" cy="2133600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91593" y="14874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91593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J17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815542" y="2298192"/>
            <a:ext cx="292608" cy="1524000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78966" y="20970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778966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J18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202915" y="2907792"/>
            <a:ext cx="292608" cy="914400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6339" y="27066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166339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J19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90288" y="2907792"/>
            <a:ext cx="2926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53712" y="27066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53712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977661" y="2602992"/>
            <a:ext cx="292608" cy="1219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41085" y="24018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41085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J23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365034" y="2907792"/>
            <a:ext cx="2926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8458" y="27066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28458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J24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752407" y="1078992"/>
            <a:ext cx="292608" cy="27432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15831" y="8778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715831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J25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139780" y="2907792"/>
            <a:ext cx="292608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03204" y="27066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03204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J29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527153" y="3517392"/>
            <a:ext cx="292608" cy="304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0577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914527" y="3212592"/>
            <a:ext cx="292608" cy="609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77951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301900" y="3212592"/>
            <a:ext cx="292608" cy="609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5324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689273" y="3517392"/>
            <a:ext cx="292608" cy="304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52697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076646" y="3212592"/>
            <a:ext cx="292608" cy="609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40070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464019" y="2602992"/>
            <a:ext cx="292608" cy="1219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427443" y="24018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427443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276919" y="640080"/>
            <a:ext cx="969264" cy="237744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76919" y="640080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9/day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889567" y="877824"/>
            <a:ext cx="18288" cy="201168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1792" y="3968496"/>
            <a:ext cx="164592" cy="10972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960" y="39410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8-12: Foundation (SM-01 to SM-04)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322576" y="3968496"/>
            <a:ext cx="164592" cy="109728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23744" y="39410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15-19: Core Services (SM-05)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023360" y="3968496"/>
            <a:ext cx="164592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24528" y="39410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22-24: Portal + AI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724144" y="3968496"/>
            <a:ext cx="164592" cy="109728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925312" y="39410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25: Peak Day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424928" y="3968496"/>
            <a:ext cx="164592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26096" y="39410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29-Jul 8: Polish + Fixes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5760" y="50200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  |  Multi-Tenant Custom NER Platform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D"/>
          </a:solidFill>
          <a:ln w="12700">
            <a:solidFill>
              <a:srgbClr val="F8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Methodology: AI-Native Spec-Driven Development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576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the last thing written -- not the first.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097280"/>
            <a:ext cx="2724912" cy="3364992"/>
          </a:xfrm>
          <a:prstGeom prst="rect">
            <a:avLst/>
          </a:prstGeom>
          <a:solidFill>
            <a:srgbClr val="FEF2F2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097280"/>
            <a:ext cx="2724912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43000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1591056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Start by writing code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1752" y="205740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Design emerges later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1752" y="252374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Decisions lost in chat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" y="299008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QA at the end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" y="3456432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AI used ad-hoc, no structure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" y="3922776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Hard to onboard or hand off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16936" y="1097280"/>
            <a:ext cx="2724912" cy="3364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16936" y="1097280"/>
            <a:ext cx="2724912" cy="38404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08376" y="1143000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SDD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54096" y="1591056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Proposal + Design + Spec first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54096" y="205740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Architecture decided before code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54096" y="252374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Every decision = an ADR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54096" y="299008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Acceptance criteria before tasks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54096" y="3456432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AI agents follow the spec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54096" y="3922776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Evidence gates every change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0" y="1097280"/>
            <a:ext cx="2724912" cy="3364992"/>
          </a:xfrm>
          <a:prstGeom prst="rect">
            <a:avLst/>
          </a:prstGeom>
          <a:solidFill>
            <a:srgbClr val="F0FDF4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0" y="1097280"/>
            <a:ext cx="2724912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143000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06440" y="1591056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1 intern = team-scale output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06440" y="205740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63 specs, 0 gaps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06440" y="252374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Every feature traceable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06440" y="299008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No hidden decisions or debt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806440" y="3456432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Any AI agent inherits context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06440" y="3922776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Reproducible and auditable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0200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  |  Multi-Tenant Custom NER Platform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OpenSpec: The 6-Gate Mandatory Pipeline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576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may be written until the spec exists.  No spec may close without evidence.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36192" y="2432304"/>
            <a:ext cx="131674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133856"/>
            <a:ext cx="137160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133856"/>
            <a:ext cx="1371600" cy="54864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243584"/>
            <a:ext cx="402336" cy="402336"/>
          </a:xfrm>
          <a:prstGeom prst="ellipse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" y="170078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" y="2029968"/>
            <a:ext cx="1225296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202996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proposal.md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" y="2359152"/>
            <a:ext cx="126187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scope, and justification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39466" y="2432304"/>
            <a:ext cx="131674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7866" y="1133856"/>
            <a:ext cx="137160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67866" y="1133856"/>
            <a:ext cx="1371600" cy="54864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2498" y="1243584"/>
            <a:ext cx="402336" cy="402336"/>
          </a:xfrm>
          <a:prstGeom prst="ellipse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2498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22730" y="170078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6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41018" y="2029968"/>
            <a:ext cx="1225296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41018" y="202996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design.md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22730" y="2359152"/>
            <a:ext cx="126187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trade-offs, ADRs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42739" y="2432304"/>
            <a:ext cx="131674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1139" y="1133856"/>
            <a:ext cx="137160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1139" y="1133856"/>
            <a:ext cx="13716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5771" y="1243584"/>
            <a:ext cx="402336" cy="40233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5771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26003" y="170078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4291" y="2029968"/>
            <a:ext cx="1225296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4291" y="202996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spec.md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26003" y="2359152"/>
            <a:ext cx="126187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and API contracts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46013" y="2432304"/>
            <a:ext cx="131674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4413" y="1133856"/>
            <a:ext cx="137160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74413" y="1133856"/>
            <a:ext cx="137160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59045" y="1243584"/>
            <a:ext cx="402336" cy="40233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59045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29277" y="170078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47565" y="2029968"/>
            <a:ext cx="1225296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47565" y="202996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tasks.md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29277" y="2359152"/>
            <a:ext cx="126187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tasks with verification steps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49286" y="2432304"/>
            <a:ext cx="131674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7686" y="1133856"/>
            <a:ext cx="137160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7686" y="1133856"/>
            <a:ext cx="13716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62318" y="1243584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2318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32550" y="170078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50838" y="2029968"/>
            <a:ext cx="1225296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50838" y="202996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evidence/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32550" y="2359152"/>
            <a:ext cx="126187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logs, screenshots proving ACs met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80960" y="1133856"/>
            <a:ext cx="137160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680960" y="1133856"/>
            <a:ext cx="1371600" cy="54864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65592" y="1243584"/>
            <a:ext cx="402336" cy="402336"/>
          </a:xfrm>
          <a:prstGeom prst="ellipse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65592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735824" y="170078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754112" y="2029968"/>
            <a:ext cx="1225296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54112" y="202996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archive/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35824" y="2359152"/>
            <a:ext cx="126187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 -- 63 packages closed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64592" y="3867912"/>
            <a:ext cx="8814816" cy="512064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389534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change packages archived in 30 days  |  AGENTS.md: No code before spec. Every AC has executable verification.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50200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  |  Multi-Tenant Custom NER Platform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+ Big Pickle: The AI Engine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576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role-specific AI agents, each with a single responsibility and bounded permissions.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4592" y="1115568"/>
            <a:ext cx="45720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115568"/>
            <a:ext cx="4572000" cy="329184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33856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Agents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" y="1536192"/>
            <a:ext cx="274320" cy="347472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53619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15544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1719072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+ Design into sprint tasks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" y="2048256"/>
            <a:ext cx="274320" cy="347472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04825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066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231136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from spec.md contracts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2560320"/>
            <a:ext cx="27432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560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25786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743200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UI from design specifications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3072384"/>
            <a:ext cx="27432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307238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3090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3255264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+ Celery workers + MLflow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" y="3584448"/>
            <a:ext cx="27432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358444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36027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3767328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acceptance criteria + evidence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4096512"/>
            <a:ext cx="27432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40965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" y="4114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4279392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+ tenant isolation audits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1115568"/>
            <a:ext cx="41330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1115568"/>
            <a:ext cx="4133088" cy="329184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113385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Pickle Strategy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74336" y="1536192"/>
            <a:ext cx="3877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OpenCode session loads the ENTIRE project context as one rich package.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 starts. Every agent begins with full project awareness.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01184" y="2304288"/>
            <a:ext cx="402336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23500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0" y="235000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+ agent routing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01184" y="2633472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267919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PROJECT.md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0" y="26791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 stack, services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01184" y="2962656"/>
            <a:ext cx="402336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74336" y="300837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PRD.md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83680" y="300837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functional requirements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01184" y="329184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74336" y="333756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ADRs (x8)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83680" y="333756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architectural decisions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01184" y="3621024"/>
            <a:ext cx="402336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74336" y="36667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OpenSpec docs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83680" y="36667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Proposals, designs, specs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01184" y="395020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74336" y="399592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Decomposition docs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583680" y="399592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sub-modules, wave order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46320" y="4334256"/>
            <a:ext cx="4133088" cy="329184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4334256"/>
            <a:ext cx="4133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  |  Tool: OpenCode  |  Context: Big Pickle  |  AI: Free LLM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50200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  |  Multi-Tenant Custom NER Platform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D"/>
          </a:solidFill>
          <a:ln w="12700">
            <a:solidFill>
              <a:srgbClr val="F8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Built: Multi-Tenant Custom NER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576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entities. Annotate documents. Train model. Extract at scale. Chat with your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4592" y="1115568"/>
            <a:ext cx="400507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1188720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1572768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extracts structured information from unstructured text.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 from a CV: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2176272"/>
            <a:ext cx="3822192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2231136"/>
            <a:ext cx="3675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B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"Skilled in [Python]SKILL and [PyTorch]SKILL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B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[5 years]EXPERIENCE at [Google]ORG.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B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Certified [AWS Architect]CERTIFICATION 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3291840"/>
            <a:ext cx="3822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tenant defines their OWN entity types. Platform fine-tunes a BERT model per tenant. Extraction via REST API.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3931920"/>
            <a:ext cx="4005072" cy="54864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402336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 |  Schema-per-tenant  |  8 Microservices  |  pgvector RAG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79392" y="1115568"/>
            <a:ext cx="4700016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70832" y="1188720"/>
            <a:ext cx="4517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Microservices  --  Full Stack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70832" y="1627632"/>
            <a:ext cx="2212848" cy="548640"/>
          </a:xfrm>
          <a:prstGeom prst="rect">
            <a:avLst/>
          </a:prstGeom>
          <a:solidFill>
            <a:srgbClr val="F8F9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1627632"/>
            <a:ext cx="54864" cy="54864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68249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190195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routing, rate-limit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75120" y="1627632"/>
            <a:ext cx="2212848" cy="548640"/>
          </a:xfrm>
          <a:prstGeom prst="rect">
            <a:avLst/>
          </a:prstGeom>
          <a:solidFill>
            <a:srgbClr val="F8F9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1627632"/>
            <a:ext cx="54864" cy="548640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168249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Service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84848" y="190195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chunk, index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70832" y="2267712"/>
            <a:ext cx="2212848" cy="548640"/>
          </a:xfrm>
          <a:prstGeom prst="rect">
            <a:avLst/>
          </a:prstGeom>
          <a:solidFill>
            <a:srgbClr val="F8F9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2267712"/>
            <a:ext cx="54864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232257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Service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0" y="254203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BIO/IOB2 browser editor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75120" y="2267712"/>
            <a:ext cx="2212848" cy="548640"/>
          </a:xfrm>
          <a:prstGeom prst="rect">
            <a:avLst/>
          </a:prstGeom>
          <a:solidFill>
            <a:srgbClr val="F8F9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2267712"/>
            <a:ext cx="54864" cy="5486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232257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Orchestrator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84848" y="254203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RabbitMQ GPU tasks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70832" y="2907792"/>
            <a:ext cx="2212848" cy="548640"/>
          </a:xfrm>
          <a:prstGeom prst="rect">
            <a:avLst/>
          </a:prstGeom>
          <a:solidFill>
            <a:srgbClr val="F8F9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0832" y="2907792"/>
            <a:ext cx="54864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96265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80560" y="318211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lineage + artifacts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675120" y="2907792"/>
            <a:ext cx="2212848" cy="548640"/>
          </a:xfrm>
          <a:prstGeom prst="rect">
            <a:avLst/>
          </a:prstGeom>
          <a:solidFill>
            <a:srgbClr val="F8F9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2907792"/>
            <a:ext cx="54864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84848" y="296265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84848" y="318211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Tenant-aware inference router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70832" y="3547872"/>
            <a:ext cx="2212848" cy="548640"/>
          </a:xfrm>
          <a:prstGeom prst="rect">
            <a:avLst/>
          </a:prstGeom>
          <a:solidFill>
            <a:srgbClr val="F8F9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70832" y="3547872"/>
            <a:ext cx="54864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360273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Service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480560" y="382219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real-time NER API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75120" y="3547872"/>
            <a:ext cx="2212848" cy="548640"/>
          </a:xfrm>
          <a:prstGeom prst="rect">
            <a:avLst/>
          </a:prstGeom>
          <a:solidFill>
            <a:srgbClr val="F8F9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0" y="3547872"/>
            <a:ext cx="54864" cy="54864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84848" y="360273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Chatbot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84848" y="382219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pgvector + guardrails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50200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  |  Multi-Tenant Custom NER Platform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InApp Recruitment -- Resume Parsing at Scale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5760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defines entity types once. Platform extracts from every CV automatically. Searchable in seconds.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4592" y="1115568"/>
            <a:ext cx="4151376" cy="3401568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115568"/>
            <a:ext cx="4151376" cy="42062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5214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--  Manual Process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" y="1664208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HR reads each CV manually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" y="2002536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Skills buried in free-text paragraphs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896" y="2340864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Extraction varies recruiter to recruiter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" y="2679192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Hours spent per batch of 50 CVs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0896" y="3017520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Certifications easy to miss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0896" y="3355848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No searchable structured candidate DB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0896" y="3694176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Hiring decisions are slower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0" y="221284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828032" y="1115568"/>
            <a:ext cx="4151376" cy="3401568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1115568"/>
            <a:ext cx="4151376" cy="4206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15214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--  NER Platform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664208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HR defines: SKILL, EXPERIENCE, EDUCATION, CERT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2002536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Annotate 50-100 sample CVs once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2340864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Fine-tune BERT -- custom extraction model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2679192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Upload any CV -&gt; structured JSON in seconds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0" y="3017520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Consistent extraction, every time, at scale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37760" y="3355848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Query: "Python engineers + 5yrs + AWS cert"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3694176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Chatbot: "Show senior ML candidates"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50200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  |  Multi-Tenant Custom NER Platform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D"/>
          </a:solidFill>
          <a:ln w="12700">
            <a:solidFill>
              <a:srgbClr val="F8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From CV Upload to Insight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576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steps. Any document type. Any industry. Any entity schema.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17904" y="2761488"/>
            <a:ext cx="3657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1207008"/>
            <a:ext cx="1389888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016" y="1207008"/>
            <a:ext cx="1389888" cy="54864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298448"/>
            <a:ext cx="457200" cy="457200"/>
          </a:xfrm>
          <a:prstGeom prst="ellipse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" y="18470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2340864"/>
            <a:ext cx="1280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creates entity types: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SKILL, EXPERIENCE,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CERT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44368" y="2761488"/>
            <a:ext cx="3657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1207008"/>
            <a:ext cx="1389888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54480" y="1207008"/>
            <a:ext cx="1389888" cy="54864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20824" y="1298448"/>
            <a:ext cx="457200" cy="457200"/>
          </a:xfrm>
          <a:prstGeom prst="ellipse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0824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9344" y="18470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46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46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9344" y="2340864"/>
            <a:ext cx="1280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CVs. Label spans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browser annotation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70832" y="2761488"/>
            <a:ext cx="3657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80944" y="1207008"/>
            <a:ext cx="1389888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80944" y="1207008"/>
            <a:ext cx="138988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47288" y="1298448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35808" y="18470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35808" y="2340864"/>
            <a:ext cx="1280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GPU fine-tunes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dslim/bert-base-NER.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tracks all runs.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97296" y="2761488"/>
            <a:ext cx="3657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1207008"/>
            <a:ext cx="1389888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07408" y="1207008"/>
            <a:ext cx="1389888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3752" y="1298448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62272" y="18470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62272" y="2340864"/>
            <a:ext cx="1280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Tenant-aware serving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your fine-tuned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23760" y="2761488"/>
            <a:ext cx="3657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33872" y="1207008"/>
            <a:ext cx="1389888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33872" y="1207008"/>
            <a:ext cx="1389888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0216" y="1298448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888736" y="18470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88736" y="2340864"/>
            <a:ext cx="1280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500 CVs.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structured JSON: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dates, orgs.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0336" y="1207008"/>
            <a:ext cx="1389888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60336" y="1207008"/>
            <a:ext cx="1389888" cy="54864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26680" y="1298448"/>
            <a:ext cx="457200" cy="457200"/>
          </a:xfrm>
          <a:prstGeom prst="ellipse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2668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315200" y="18470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0" y="2340864"/>
            <a:ext cx="1280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"Python engineers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ML + 5 yrs exp."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answers.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50200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  |  Multi-Tenant Custom NER Platform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Built In -- Not Bolted 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576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enforces quality. The agent proves it. The archive preserves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4592" y="1115568"/>
            <a:ext cx="5321808" cy="3200400"/>
          </a:xfrm>
          <a:prstGeom prst="rect">
            <a:avLst/>
          </a:prstGeom>
          <a:solidFill>
            <a:srgbClr val="F8F9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1170432"/>
            <a:ext cx="5138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Quality Targets (Spec-Defined)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" y="1572768"/>
            <a:ext cx="5321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6276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F1 Score (custom model)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1636776"/>
            <a:ext cx="969264" cy="20116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636776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0.85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21024" y="1627632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after fine-tune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1901952"/>
            <a:ext cx="5321808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568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p99 Latency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96896" y="1965960"/>
            <a:ext cx="969264" cy="20116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1965960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21024" y="1956816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routing layer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231136"/>
            <a:ext cx="5321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2860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Throughput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96896" y="2295144"/>
            <a:ext cx="969264" cy="20116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96896" y="2295144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100 docs/min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21024" y="2286000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pipeline target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" y="2560320"/>
            <a:ext cx="5321808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6151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Duration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96896" y="2624328"/>
            <a:ext cx="969264" cy="20116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6896" y="2624328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21024" y="2615184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GPU node pool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4592" y="2889504"/>
            <a:ext cx="5321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9443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Data Isolation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96896" y="2953512"/>
            <a:ext cx="969264" cy="20116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96896" y="2953512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21024" y="2944368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Schema-per-tenant (ADR-001)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4592" y="3218688"/>
            <a:ext cx="5321808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32735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Export Accuracy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96896" y="3282696"/>
            <a:ext cx="969264" cy="20116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3282696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98%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21024" y="3273552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BIO/IOB2 compliance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4592" y="3547872"/>
            <a:ext cx="5321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3602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Relevance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96896" y="3611880"/>
            <a:ext cx="969264" cy="20116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3611880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4/5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21024" y="3602736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64592" y="3877056"/>
            <a:ext cx="5321808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39319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Repository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96896" y="3941064"/>
            <a:ext cx="969264" cy="201168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96896" y="3941064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21024" y="3931920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invariant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96128" y="1115568"/>
            <a:ext cx="3383280" cy="320040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87568" y="11704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Hard Invariants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687568" y="1682496"/>
            <a:ext cx="329184" cy="329184"/>
          </a:xfrm>
          <a:prstGeom prst="ellipse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87568" y="16824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071616" y="16824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before spec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071616" y="193852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proposal.md + design.md + spec.md must exist before any implementation starts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687568" y="2560320"/>
            <a:ext cx="329184" cy="329184"/>
          </a:xfrm>
          <a:prstGeom prst="ellipse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87568" y="2560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071616" y="256032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 is executable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071616" y="281635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must have a runnable verification step logged in evidence/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687568" y="3438144"/>
            <a:ext cx="329184" cy="329184"/>
          </a:xfrm>
          <a:prstGeom prst="ellipse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87568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071616" y="343814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secrets in repo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071616" y="369417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 are a blocking violation enforced by the Security Agent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50200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  |  Multi-Tenant Custom NER Platform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1168" y="76809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Custom NER Platform  --  InApp Recruitment Scenario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207008"/>
            <a:ext cx="7315200" cy="2944368"/>
          </a:xfrm>
          <a:prstGeom prst="rect">
            <a:avLst/>
          </a:prstGeom>
          <a:solidFill>
            <a:srgbClr val="0D2354"/>
          </a:solidFill>
          <a:ln w="25400">
            <a:solidFill>
              <a:srgbClr val="E0782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60520" y="2121408"/>
            <a:ext cx="822960" cy="822960"/>
          </a:xfrm>
          <a:prstGeom prst="ellipse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21214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Recording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" y="426110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Define HR entity schema: SKILL, EXPERIENCE, CERT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28032" y="426110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 CVs and annotate sample documents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" y="44439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Trigger BERT fine-tune training pipeline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28032" y="44439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Extract entities from unseen CV -- live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032" y="462686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Batch-extract 10 CVs, view structured JSON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28032" y="462686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Chatbot: "Show Python engineers with 5+ yrs"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E"/>
          </a:solidFill>
          <a:ln w="12700">
            <a:solidFill>
              <a:srgbClr val="0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463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intern built this in 30 days with free tools,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InApp's teams build with AI-native SDD?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2816352" cy="2596896"/>
          </a:xfrm>
          <a:prstGeom prst="rect">
            <a:avLst/>
          </a:prstGeom>
          <a:solidFill>
            <a:srgbClr val="0F3060"/>
          </a:solidFill>
          <a:ln w="12700">
            <a:solidFill>
              <a:srgbClr val="1A4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61872"/>
            <a:ext cx="2816352" cy="73152"/>
          </a:xfrm>
          <a:prstGeom prst="rect">
            <a:avLst/>
          </a:prstGeom>
          <a:solidFill>
            <a:srgbClr val="1464B8"/>
          </a:solidFill>
          <a:ln w="12700">
            <a:solidFill>
              <a:srgbClr val="1464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89888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+ 2-3x spec throughput per developer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23113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Every decision documented and traceable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6334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Onboarding via AGENTS.md + PROJECT.md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30358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agents handle routine implementation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343814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Tech debt drops -- specs prevent drift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54096" y="1261872"/>
            <a:ext cx="2816352" cy="2596896"/>
          </a:xfrm>
          <a:prstGeom prst="rect">
            <a:avLst/>
          </a:prstGeom>
          <a:solidFill>
            <a:srgbClr val="0F3060"/>
          </a:solidFill>
          <a:ln w="12700">
            <a:solidFill>
              <a:srgbClr val="1A4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54096" y="1261872"/>
            <a:ext cx="2816352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1389888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63824" y="182880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HR: Resume parsing at scale (this platform)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63824" y="223113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Sales: Contract entity extraction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63824" y="26334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Legal: Clause and obligation detection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63824" y="30358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Finance: Invoice + PO field extraction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63824" y="343814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Each team = one tenant, full control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1261872"/>
            <a:ext cx="2816352" cy="2596896"/>
          </a:xfrm>
          <a:prstGeom prst="rect">
            <a:avLst/>
          </a:prstGeom>
          <a:solidFill>
            <a:srgbClr val="0F3060"/>
          </a:solidFill>
          <a:ln w="12700">
            <a:solidFill>
              <a:srgbClr val="1A4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261872"/>
            <a:ext cx="2816352" cy="73152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389888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Leadership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53328" y="182880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AI-native = compound velocity over time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53328" y="223113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Specs become the audit trail for AI work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53328" y="26334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Reduce dependence on paid AI toolchains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53328" y="30358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Proven by internship: low-cost, high-leverage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53328" y="343814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Start with one team, scale from evidence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4592" y="3968496"/>
            <a:ext cx="8814816" cy="621792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00507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Pilot AI-Native SDD with one engineering team.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platform as the blueprint. Measure velocity. Scale from evidence.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82880" y="5056632"/>
            <a:ext cx="87782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Theertha  |  InApp Technologies  |  July 2026  |  Built with OpenCode + Big Pickle  |  Cost: $0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2026-07-08T10:42:56Z</dcterms:created>
  <dcterms:modified xsi:type="dcterms:W3CDTF">2026-07-08T10:42:56Z</dcterms:modified>
</cp:coreProperties>
</file>